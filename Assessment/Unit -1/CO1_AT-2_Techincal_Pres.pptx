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8869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 for Browser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&amp; Back Navigation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visited-page history so users can move backward and forward seamlessly.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Analysis  ·  Recommendation  ·  Justification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 Must Track Visit Order to Navigate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7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Navigate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Page A, then B, then C, in order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“Back” should return to B, then A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“Forward” after going back should restore C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a new page D from B should clear the old forward path to 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Requirement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matters, and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reversal must be exact.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416052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must retrieve the most recently visited page first when going back — and discard forward history the moment the user branches to a new page.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Data Structures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7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362456" y="1965960"/>
            <a:ext cx="512064" cy="512064"/>
          </a:xfrm>
          <a:prstGeom prst="ellipse">
            <a:avLst/>
          </a:prstGeom>
          <a:solidFill>
            <a:srgbClr val="B9BCE0"/>
          </a:solidFill>
          <a:ln/>
        </p:spPr>
      </p:sp>
      <p:sp>
        <p:nvSpPr>
          <p:cNvPr id="6" name="Text 4"/>
          <p:cNvSpPr/>
          <p:nvPr/>
        </p:nvSpPr>
        <p:spPr>
          <a:xfrm>
            <a:off x="1362456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visited URLs in a growing list with an index pointer.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591056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awkward branching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25496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7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1965960"/>
            <a:ext cx="512064" cy="512064"/>
          </a:xfrm>
          <a:prstGeom prst="ellipse">
            <a:avLst/>
          </a:prstGeom>
          <a:solidFill>
            <a:srgbClr val="B9BCE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2656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62656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points to the next; traverse to move around.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99816" y="5212080"/>
            <a:ext cx="1591056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backward traversal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02352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7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16168" y="1965960"/>
            <a:ext cx="512064" cy="512064"/>
          </a:xfrm>
          <a:prstGeom prst="ellipse">
            <a:avLst/>
          </a:prstGeom>
          <a:solidFill>
            <a:srgbClr val="B9BCE0"/>
          </a:solidFill>
          <a:ln/>
        </p:spPr>
      </p:sp>
      <p:sp>
        <p:nvSpPr>
          <p:cNvPr id="20" name="Text 18"/>
          <p:cNvSpPr/>
          <p:nvPr/>
        </p:nvSpPr>
        <p:spPr>
          <a:xfrm>
            <a:off x="591616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9512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9512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links to prev and next page visited.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76672" y="5212080"/>
            <a:ext cx="1591056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more overhead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79208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7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1965960"/>
            <a:ext cx="512064" cy="512064"/>
          </a:xfrm>
          <a:prstGeom prst="ellipse">
            <a:avLst/>
          </a:prstGeom>
          <a:solidFill>
            <a:srgbClr val="B9BCE0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16368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16368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First-in-first-out ordering of visited pages.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53528" y="5212080"/>
            <a:ext cx="1591056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 for navigation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56064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2F3C7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69880" y="1965960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1046988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93224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(Two Stacks)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93224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E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stack + forward stack track history in LIFO order.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30384" y="5212080"/>
            <a:ext cx="1591056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navigation exactly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Behavior Matches LIFO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recently visited page must be the first one restored on “Back.” That is exactly Last-In-First-Out (LIFO) behavior — the defining property of a Stack.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01752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(index ptr)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 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(2 stacks)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Forward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New 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stale forward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shift/clear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unlink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clear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fit to Back/Forward buttons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(pointer math)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(pointer chase)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(push/pop)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EE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Stack's push/pop operations map directly onto “visit page” and “go back,” making it the most natural — not just fastest — fit.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212080"/>
            <a:ext cx="2743200" cy="2743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Stacks (Back + Forward)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 stack and a Forward stack, each operating in LIFO order.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4203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/ Forward / Visit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242316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54203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14800" y="3520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Navigation Order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3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a page = push onto the Back stack (and clear the Forward stack)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3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“Back” = pop from Back stack, push the current page onto Forward stack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3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“Forward” = pop from Forward stack, push the current page back onto Back stack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3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touches only the top of a stack — no scanning or shifting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0" y="24231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Stack (top = most recent)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(current)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3584448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3C4270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584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4151376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3C427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41513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338560" y="3268980"/>
            <a:ext cx="32004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292840" y="2971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92440" y="49011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9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Stack: empty (no forward history yet)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/ Forward as Push and Pop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7F7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Visit A, B, 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3C9C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00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3C9C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576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2103120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 pushes onto Back stack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160020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7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Back (from C)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2044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2004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3C9CA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200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5394960"/>
            <a:ext cx="2103120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C from Back → push C onto Forward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7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Back again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2F3C7E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32004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C7C9EA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3200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5394960"/>
            <a:ext cx="2103120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B from Back → push B onto Forward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160020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7F7FB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Forward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8972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424160" y="2423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8972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F96167"/>
          </a:solidFill>
          <a:ln/>
        </p:spPr>
      </p:sp>
      <p:sp>
        <p:nvSpPr>
          <p:cNvPr id="45" name="Text 43"/>
          <p:cNvSpPr/>
          <p:nvPr/>
        </p:nvSpPr>
        <p:spPr>
          <a:xfrm>
            <a:off x="91897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42416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2F3C7E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416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89720" y="32004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3C9CA"/>
          </a:solidFill>
          <a:ln/>
        </p:spPr>
      </p:sp>
      <p:sp>
        <p:nvSpPr>
          <p:cNvPr id="49" name="Text 47"/>
          <p:cNvSpPr/>
          <p:nvPr/>
        </p:nvSpPr>
        <p:spPr>
          <a:xfrm>
            <a:off x="9189720" y="3200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326880" y="5394960"/>
            <a:ext cx="2103120" cy="0"/>
          </a:xfrm>
          <a:prstGeom prst="line">
            <a:avLst/>
          </a:prstGeom>
          <a:noFill/>
          <a:ln w="12700">
            <a:solidFill>
              <a:srgbClr val="D8D9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B from Forward → push B onto Back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Visiting a New Page Clears Forward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7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at B after going Back from C (Forward stack holds C)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 new link and visits D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no longer reachable by “Forward” — the browser correctly discards it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stack, this is one operation: clear the Forward stack, then push D onto 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visiting D → After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(before)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26060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3081528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3C427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815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325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(before)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26060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3977640"/>
            <a:ext cx="4114800" cy="0"/>
          </a:xfrm>
          <a:prstGeom prst="line">
            <a:avLst/>
          </a:prstGeom>
          <a:noFill/>
          <a:ln w="12700">
            <a:solidFill>
              <a:srgbClr val="5A5F8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13816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(after)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4805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480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4956048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3C427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9560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5431536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3C42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4315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3252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(after)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0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Is the Right Choice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4792" y="2377440"/>
            <a:ext cx="402336" cy="40233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order naturally matches “most recent page first” navigation behavior.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77440"/>
            <a:ext cx="402336" cy="40233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pop are O(1) — every navigation action is instant.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2377440"/>
            <a:ext cx="402336" cy="40233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(Back, Forward) fully model real browser behavior with minimal code.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A2F5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68712" y="2377440"/>
            <a:ext cx="402336" cy="40233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1026871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Branching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the Forward stack on a new visit is a single, natural operation.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structure: Stack (LIFO)  —  implemented as two stacks: Back and Forward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Navigation Data 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2026-08-04T05:15:33Z</dcterms:created>
  <dcterms:modified xsi:type="dcterms:W3CDTF">2026-08-04T05:15:33Z</dcterms:modified>
</cp:coreProperties>
</file>