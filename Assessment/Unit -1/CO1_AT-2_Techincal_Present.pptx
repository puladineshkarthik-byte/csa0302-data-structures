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2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3840480"/>
            <a:ext cx="2743200" cy="2743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Data Structure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Dictionary Word Search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existence lookup in a large word database — evaluated and justified by search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14630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Analysis  ·  Recommendation  ·  Justification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Dictionary Application Needs Fast Word Lookup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holds 100,000+ valid words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word; app must confirm if it exists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happens on every keystroke or submit — must feel instant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words/updates are infrequent compared to searches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Requirement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performance is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dominant metric.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416052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structure must answer “does this word exist?” in as close to constant time as possible, even as the dictionary scales to hundreds of thousands of entries.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Data Structures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362456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362456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Array / 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words as-is; check each one in turn.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591056" cy="0"/>
          </a:xfrm>
          <a:prstGeom prst="line">
            <a:avLst/>
          </a:prstGeom>
          <a:noFill/>
          <a:ln w="12700">
            <a:solidFill>
              <a:srgbClr val="C9D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slow at scale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25496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4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2656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 + Binary 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62656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words alphabetically sorted for halving search.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99816" y="5212080"/>
            <a:ext cx="1591056" cy="0"/>
          </a:xfrm>
          <a:prstGeom prst="line">
            <a:avLst/>
          </a:prstGeom>
          <a:noFill/>
          <a:ln w="12700">
            <a:solidFill>
              <a:srgbClr val="C9DA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but costly to keep sorted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02352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916168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91616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9512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9512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placed in a tree by alphabetical comparison.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76672" y="5212080"/>
            <a:ext cx="1591056" cy="0"/>
          </a:xfrm>
          <a:prstGeom prst="line">
            <a:avLst/>
          </a:prstGeom>
          <a:noFill/>
          <a:ln w="12700">
            <a:solidFill>
              <a:srgbClr val="C9DA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tree balance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79208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196596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16368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16368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mapped to an index via a hash function.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53528" y="5212080"/>
            <a:ext cx="1591056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 average lookup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56064" y="1691640"/>
            <a:ext cx="2139696" cy="4297680"/>
          </a:xfrm>
          <a:prstGeom prst="roundRect">
            <a:avLst>
              <a:gd name="adj" fmla="val 4274"/>
            </a:avLst>
          </a:prstGeom>
          <a:solidFill>
            <a:srgbClr val="F4FAF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69880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1046988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93224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(Prefix Tree)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93224" y="329184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represents a character; words share prefixes.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30384" y="5212080"/>
            <a:ext cx="1591056" cy="0"/>
          </a:xfrm>
          <a:prstGeom prst="line">
            <a:avLst/>
          </a:prstGeom>
          <a:noFill/>
          <a:ln w="12700">
            <a:solidFill>
              <a:srgbClr val="C9DA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53492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prefix/autocomplete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Complexity Compared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1965960"/>
                <a:gridCol w="1965960"/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(worst)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Unsorted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Array (Binary 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a good hash function and load-factor management, worst case is rare in practice.   † k = length of the word being searched (independent of dictionary size, n).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4F7F4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delivers O(1) average search — independent of dictionary size — making it the strongest fit for pure existence checks.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21208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Table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structure for fast dictionary word-existence search.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4688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06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3611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for n Words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Direct-address lookup via a hash function — no traversal or comparison chain needed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stays flat as the dictionary grows from 1,000 to 1,000,000+ words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Insertions and deletions are equally fast — useful when the dictionary is updated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Well-supported natively (HashSet / HashMap / unordered_set) in every major language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at a Glance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320040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3703320"/>
            <a:ext cx="0" cy="3200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96696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42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4526280"/>
            <a:ext cx="0" cy="3200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48463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4846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✓  (O(1))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55321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scanning. No comparisons chain. Direct jump to the bucket.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Collisions Keeps Search Near O(1)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can hash to the same index. Chaining (a small linked list per bucket) resolves this while keeping average search effectively constant.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1031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34747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0" y="374904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34747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CFE9E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605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41605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4160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46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4846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532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51760" y="55321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5532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40480" y="580644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14800" y="55321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CFE9E6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5532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210312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E4F7F4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Still Stays Fast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278892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hash function spreads words evenly across buckets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(items ÷ buckets) is kept low (~0.7) by resizing the table as it fills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bucket then holds only a handful of words, so chain search is effectively O(1)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(all words in one bucket) is extremely rare with a quality hash function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EXISTENCE CHECKS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Add a Trie Alongside the Hash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 also needs…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/ “type-ahead” suggestions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“Words starting with...” prefix queries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 with nearest-word suggestions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savings from shared prefixes across similar 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4754880" cy="0"/>
          </a:xfrm>
          <a:prstGeom prst="line">
            <a:avLst/>
          </a:prstGeom>
          <a:noFill/>
          <a:ln w="12700">
            <a:solidFill>
              <a:srgbClr val="C9DA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 Trie complements the Hash Table: prefix search in O(k) time, where a hash table cannot help since it only matches full keys.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07323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storing: cat, car, dog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0" y="246888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2088" y="2971800"/>
            <a:ext cx="-640080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088" y="2971800"/>
            <a:ext cx="1188720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32918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32918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22008" y="3794760"/>
            <a:ext cx="0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41148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50808" y="3794760"/>
            <a:ext cx="0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1148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12280" y="4617720"/>
            <a:ext cx="-438912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4617720"/>
            <a:ext cx="429768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0808" y="4617720"/>
            <a:ext cx="0" cy="320040"/>
          </a:xfrm>
          <a:prstGeom prst="line">
            <a:avLst/>
          </a:prstGeom>
          <a:noFill/>
          <a:ln w="19050">
            <a:solidFill>
              <a:srgbClr val="9FC9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4964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4937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23760" y="4937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03920" y="4937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623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end-of-word marker (filled)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Table Is the Right Choice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4792" y="23774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search regardless of dictionary size — the fastest option evaluated.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774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fast as the word list grows from thousands to millions of entries.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23774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every mainstream language runtime; minimal implementation effort.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B47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68712" y="23774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26871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 Trie later if prefix-based features (autocomplete) are added.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structure: Hash Table (HashSet)  —  optional companion: Trie for prefix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Search Data 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2026-08-04T05:13:16Z</dcterms:created>
  <dcterms:modified xsi:type="dcterms:W3CDTF">2026-08-04T05:13:16Z</dcterms:modified>
</cp:coreProperties>
</file>